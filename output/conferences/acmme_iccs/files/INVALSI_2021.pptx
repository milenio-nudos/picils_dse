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1FCB4-DEB1-7845-AFDE-15CCD1A58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C8F8B5-7FE8-8A44-B157-151F86027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3DA4F1-0657-C946-9D5E-335560A9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E45D9B-4A75-DA44-981A-104FCFCC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DCB9B1-B72C-0B42-9DAE-9437859A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102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5A96C-642C-F243-8605-2D32BF9C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523599-21D3-4849-B595-5FAF5FAF3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5054E4-EBE9-E542-9AFB-6B21CA17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720C2B-4C0A-5F4E-B207-817FE8AB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F7B0B2-FF29-5E49-9A9D-1540E90C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876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867C9-60FB-EF43-BE4B-B8B096E4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DCAD7A-4184-F544-B9FF-040A5FCE4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0EE90B-6FDC-DE45-BCA5-622C006C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B649-75CE-BE4F-9D40-3B977629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D93E77-79EF-2E44-A086-338B7E50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776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40C5E-4CE0-2C45-BBE6-EFFF8F4D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F86ACB-E638-2E4C-BE85-8EE9BAAC8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51B8A6-2118-0A44-A6A9-5B21502F2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A0404D-CD77-7348-8293-C75CED59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F5AABC-693A-2D45-A01E-77DF29E8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AC99A0-3A78-B048-BD7D-5FADDB1A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550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D527D-73E0-F848-B683-904CFDCD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313617-9138-7049-B82A-52C919BDC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4EA2F5-2AD1-194B-8D6A-198421B48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F71FC1-B256-4441-B8B3-746CAB131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8A1D5D-D28E-5649-8178-CDE1A78A4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1D804A-0E8B-7B4C-A24D-7E993D0E2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80DA4D-F7A6-B447-A3E1-9DC7E97C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16DA05-0122-604E-B00E-E9819339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057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B55F2-C92B-2B40-B49A-C2997951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411AC6-52FF-7B4E-B429-727CD1B5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8FA87D-9BD7-E14D-8683-C82DDE52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AC7352-1EA5-B84A-A0EE-6381040A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727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D602B0-3ED8-8346-8C40-0E3397C2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812888-7568-C647-B2B9-27386A65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38351C-25D0-3E4A-9334-D6F0E33E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663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9F1AC-7FDC-9747-ABE7-7042C071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09954F-5520-CF48-B868-A63D9707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DA680C-5FA3-4445-AC20-73F2DDC12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DEC57A-B68C-9841-AE17-D71C59AC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71CE11-9527-1A42-8C75-5FA77C4B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9BD4EA-5BE6-9B4E-B61A-AFA467350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023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C9AD0-DB04-034F-8FC1-957AE5E0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657852-3E3C-184A-BA5E-0EF92F65F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A9D228-5BF7-754C-A380-8D84039A6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7068D8-BF0F-2844-AD01-0CD8284AC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6C4B5A-5229-6A4F-B9A3-E0B5F764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B06742-37C6-0A4E-BF63-22D6D777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596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C3EEE-1666-7D4A-900A-67519388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553D5A-D5D2-DA47-A83F-E814AA876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A0EA99-831E-A64A-934E-BB1C8CA6A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07315E-552B-E347-94EB-CBFA5A17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1917E5-6381-6C4B-BF01-E9A8B438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548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8FF025-6AAE-4A43-8BCC-4F4B37E07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EF97CA-4549-E943-A6DE-FABE0DE29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9D2AE5-6E20-C149-BD94-0253656A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19CE1-87B9-7741-A138-D47E9062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78BDE5-A04E-3C49-B4F4-F734116C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711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969C84-3AEA-624B-ACAA-1FE8C62B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7BD49E-4B0B-F64B-9762-99FEBADD0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E17904-D701-6544-82E0-81AFCDDB28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BC2CC-8710-AF46-A1D0-B2A4E41BDBFE}" type="datetimeFigureOut">
              <a:rPr lang="es-CL" smtClean="0"/>
              <a:t>15-11-21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A41398-6EFB-E146-B03E-43F880A07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E509EC-7987-1648-8CBA-C6B2FE190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5159C-EAB0-D447-8643-4DA0BF30EB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070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798D0-B82D-A443-8440-9FFFA552D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9908F8-F88E-134A-8D53-6F086FE43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4523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A14B391-1B21-7E4A-B1DC-BD183EDBFB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5964" y="2421753"/>
            <a:ext cx="8580072" cy="128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2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8507C7AF-7FA8-6143-B65B-1BC750DBA1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25447F8A-FC06-A64D-A104-DFC69E5386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1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A5A11DD4-FCFA-7E47-B7A8-266002C008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1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, Tabla, Excel&#10;&#10;Descripción generada automáticamente">
            <a:extLst>
              <a:ext uri="{FF2B5EF4-FFF2-40B4-BE49-F238E27FC236}">
                <a16:creationId xmlns:a16="http://schemas.microsoft.com/office/drawing/2014/main" id="{126E8A1B-AC0E-9B47-9869-7F948F2A69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74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0</Words>
  <Application>Microsoft Macintosh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Miranda</dc:creator>
  <cp:lastModifiedBy>Daniel Miranda</cp:lastModifiedBy>
  <cp:revision>2</cp:revision>
  <dcterms:created xsi:type="dcterms:W3CDTF">2021-11-15T16:00:55Z</dcterms:created>
  <dcterms:modified xsi:type="dcterms:W3CDTF">2021-11-16T04:31:35Z</dcterms:modified>
</cp:coreProperties>
</file>